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YOGAM ORGANIC FARMS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UML, ER, and Flow Diagrams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Use Case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0" y="914400"/>
            <a:ext cx="365760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E-Commerce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Customer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0" y="2286000"/>
            <a:ext cx="731520" cy="73152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Admin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743200" cy="4572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Sign Up / Login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743200" cy="4572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Browse &amp; Search Products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560320"/>
            <a:ext cx="2743200" cy="4572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Manage Cart &amp; Checkout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3200400"/>
            <a:ext cx="2743200" cy="4572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Track Order History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3840480"/>
            <a:ext cx="2743200" cy="4572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Manage Inventory &amp; Orders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0" y="2651760"/>
            <a:ext cx="1554480" cy="-11430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2651760"/>
            <a:ext cx="1554480" cy="-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2651760"/>
            <a:ext cx="155448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2651760"/>
            <a:ext cx="1554480" cy="777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508760"/>
            <a:ext cx="1554480" cy="11430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4069080"/>
            <a:ext cx="1554480" cy="-1417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Class Diagram &amp; Relationships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286000" cy="164592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User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id: String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name: String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email: String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role: Role (ADMIN|USER)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286000" cy="137160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2286000" cy="365760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Address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228600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118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id: String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street: String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city: String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zip: String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1097280"/>
            <a:ext cx="2286000" cy="182880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097280"/>
            <a:ext cx="2286000" cy="365760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Order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0" y="1463040"/>
            <a:ext cx="228600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5087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id: String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total: Float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status: String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createdAt: Date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updateStatus()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calculateTotal()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1828800" cy="164592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097280"/>
            <a:ext cx="1828800" cy="365760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OrderItem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1463040"/>
            <a:ext cx="182880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5087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id: String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quantity: Int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price: Float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3200400"/>
            <a:ext cx="1828800" cy="164592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200400"/>
            <a:ext cx="1828800" cy="365760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Product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0" y="3566160"/>
            <a:ext cx="182880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611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id: String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name: String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price: Float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+ stock: Int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00200" y="2743200"/>
            <a:ext cx="0" cy="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27432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91640" y="30175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0..*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0" y="1920240"/>
            <a:ext cx="9144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17373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17373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0..*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1920240"/>
            <a:ext cx="9144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17373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17373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1..*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0" y="2743200"/>
            <a:ext cx="0" cy="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27432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*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30175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Entity-Relationship (ER)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2860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solidFill>
            <a:srgbClr val="A5F3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4E63"/>
                </a:solidFill>
              </a:rPr>
              <a:t>users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PK: 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-----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name (VARCHAR)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email (VARCHAR)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password (VARCHAR)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role (ENUM)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2860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00400"/>
            <a:ext cx="2286000" cy="365760"/>
          </a:xfrm>
          <a:prstGeom prst="rect">
            <a:avLst/>
          </a:prstGeom>
          <a:solidFill>
            <a:srgbClr val="A5F3F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4E63"/>
                </a:solidFill>
              </a:rPr>
              <a:t>addresses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PK: 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FK: userId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-----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street (VARCHAR)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city (VARCHAR)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zip (VARCHAR)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097280"/>
            <a:ext cx="22860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097280"/>
            <a:ext cx="2286000" cy="365760"/>
          </a:xfrm>
          <a:prstGeom prst="rect">
            <a:avLst/>
          </a:prstGeom>
          <a:solidFill>
            <a:srgbClr val="A5F3FC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4E63"/>
                </a:solidFill>
              </a:rPr>
              <a:t>orders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15544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PK: 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FK: userId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-----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totalAmount (DECIMAL)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status (ENUM)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createdAt (TIMESTAMP)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shippingCity (VARCHAR)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1097280"/>
            <a:ext cx="21945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097280"/>
            <a:ext cx="2194560" cy="365760"/>
          </a:xfrm>
          <a:prstGeom prst="rect">
            <a:avLst/>
          </a:prstGeom>
          <a:solidFill>
            <a:srgbClr val="A5F3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4E63"/>
                </a:solidFill>
              </a:rPr>
              <a:t>order_items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15544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PK: 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FK: orderId, productId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-----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quantity (INT)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price (DECIMAL)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3291840"/>
            <a:ext cx="21945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291840"/>
            <a:ext cx="2194560" cy="365760"/>
          </a:xfrm>
          <a:prstGeom prst="rect">
            <a:avLst/>
          </a:prstGeom>
          <a:solidFill>
            <a:srgbClr val="A5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4E63"/>
                </a:solidFill>
              </a:rPr>
              <a:t>products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3749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PK: 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FK: categoryId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-----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name (VARCHAR)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price (DECIMAL)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stock (INT)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images (JSON)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36576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657600"/>
            <a:ext cx="2286000" cy="365760"/>
          </a:xfrm>
          <a:prstGeom prst="rect">
            <a:avLst/>
          </a:prstGeom>
          <a:solidFill>
            <a:srgbClr val="A5F3FC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4E63"/>
                </a:solidFill>
              </a:rPr>
              <a:t>categories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66160" y="4114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PK: 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-----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name (VARCHAR)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slug (VARCHAR)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00200" y="2743200"/>
            <a:ext cx="0" cy="45720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1920240"/>
            <a:ext cx="7315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1920240"/>
            <a:ext cx="7315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2926080"/>
            <a:ext cx="0" cy="3657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4023360"/>
            <a:ext cx="7315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Diagram: Order Checkout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37160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Customer (Browser)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0" cy="32004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429000" y="914400"/>
            <a:ext cx="137160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914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Next.js API Route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371600"/>
            <a:ext cx="0" cy="32004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172200" y="914400"/>
            <a:ext cx="137160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914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Database (Prisma)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1371600"/>
            <a:ext cx="0" cy="32004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371600" y="1645920"/>
            <a:ext cx="2743200" cy="4572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1417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1. POST /api/orders (cart items)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2103120"/>
            <a:ext cx="2743200" cy="4572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874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2. Check Stock &amp; Decrement Qty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2560320"/>
            <a:ext cx="2743200" cy="45720"/>
          </a:xfrm>
          <a:prstGeom prst="leftArrow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0" y="2331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3. Stock Confirmed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3017520"/>
            <a:ext cx="2743200" cy="4572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7889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4. Insert Order &amp; OrderItems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3474720"/>
            <a:ext cx="2743200" cy="45720"/>
          </a:xfrm>
          <a:prstGeom prst="leftArrow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114800" y="32461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5. Order ID returned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3931920"/>
            <a:ext cx="2743200" cy="45720"/>
          </a:xfrm>
          <a:prstGeom prst="leftArrow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371600" y="3703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6. Res 200 JSON (Order SUCCESS)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Flow: Order to Delivery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1371600" cy="73152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8619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Adds to Cart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0" y="2560320"/>
            <a:ext cx="365760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0" y="2286000"/>
            <a:ext cx="1371600" cy="731520"/>
          </a:xfrm>
          <a:prstGeom prst="rect">
            <a:avLst/>
          </a:prstGeom>
          <a:solidFill>
            <a:srgbClr val="C026D3"/>
          </a:solidFill>
          <a:ln w="12700">
            <a:solidFill>
              <a:srgbClr val="8619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Checkout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Payment Confirmed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2560320"/>
            <a:ext cx="365760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9" name="Shape 7"/>
          <p:cNvSpPr/>
          <p:nvPr/>
        </p:nvSpPr>
        <p:spPr>
          <a:xfrm>
            <a:off x="3931920" y="2286000"/>
            <a:ext cx="1371600" cy="731520"/>
          </a:xfrm>
          <a:prstGeom prst="rect">
            <a:avLst/>
          </a:prstGeom>
          <a:solidFill>
            <a:srgbClr val="C026D3"/>
          </a:solidFill>
          <a:ln w="12700">
            <a:solidFill>
              <a:srgbClr val="8619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Dashboard: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Status PENDING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2560320"/>
            <a:ext cx="365760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0" y="1645920"/>
            <a:ext cx="1371600" cy="731520"/>
          </a:xfrm>
          <a:prstGeom prst="rect">
            <a:avLst/>
          </a:prstGeom>
          <a:solidFill>
            <a:srgbClr val="C026D3"/>
          </a:solidFill>
          <a:ln w="12700">
            <a:solidFill>
              <a:srgbClr val="8619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6459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Status Updated: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926080"/>
            <a:ext cx="1371600" cy="731520"/>
          </a:xfrm>
          <a:prstGeom prst="rect">
            <a:avLst/>
          </a:prstGeom>
          <a:solidFill>
            <a:srgbClr val="C026D3"/>
          </a:solidFill>
          <a:ln w="12700">
            <a:solidFill>
              <a:srgbClr val="8619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Status Updated: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SHIPPED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0" cy="457200"/>
          </a:xfrm>
          <a:prstGeom prst="line">
            <a:avLst/>
          </a:prstGeom>
          <a:noFill/>
          <a:ln w="25400">
            <a:solidFill>
              <a:srgbClr val="8619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377440"/>
            <a:ext cx="0" cy="5486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3200400"/>
            <a:ext cx="365760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7406640" y="2834640"/>
            <a:ext cx="1371600" cy="73152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8619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834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End: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Order DELIVERED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Detailed System Diagrams</dc:title>
  <dc:subject>PptxGenJS Presentation</dc:subject>
  <dc:creator>Yogam Organic Farms Team</dc:creator>
  <cp:lastModifiedBy>Yogam Organic Farms Team</cp:lastModifiedBy>
  <cp:revision>1</cp:revision>
  <dcterms:created xsi:type="dcterms:W3CDTF">2026-02-20T11:06:22Z</dcterms:created>
  <dcterms:modified xsi:type="dcterms:W3CDTF">2026-02-20T11:06:22Z</dcterms:modified>
</cp:coreProperties>
</file>