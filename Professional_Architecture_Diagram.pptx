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YOGAM ORGANIC FARMS - 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2011680" cy="2286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2011680" cy="22860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2103120"/>
            <a:ext cx="548640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HTTP/JSON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234440"/>
            <a:ext cx="2011680" cy="2286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188720"/>
            <a:ext cx="2011680" cy="228600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Layer (API)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0" y="18288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Server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3317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Runtime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28346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Routes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4206240" y="3566160"/>
            <a:ext cx="548640" cy="45720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3520440" y="4069080"/>
            <a:ext cx="2011680" cy="9144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0" y="4023360"/>
            <a:ext cx="2011680" cy="914400"/>
          </a:xfrm>
          <a:prstGeom prst="rect">
            <a:avLst/>
          </a:prstGeom>
          <a:solidFill>
            <a:srgbClr val="F3E8FF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1D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Layer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7600" y="46634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4663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2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NextAuth.js (JWT)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2103120"/>
            <a:ext cx="548640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Prisma Client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1234440"/>
            <a:ext cx="2011680" cy="2286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1188720"/>
            <a:ext cx="2011680" cy="228600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18288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Database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23317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 Schema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28346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Data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77240" y="4069080"/>
            <a:ext cx="2011680" cy="9144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" y="4023360"/>
            <a:ext cx="2011680" cy="914400"/>
          </a:xfrm>
          <a:prstGeom prst="rect">
            <a:avLst/>
          </a:prstGeom>
          <a:solidFill>
            <a:srgbClr val="F1F5F9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14400" y="46634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4663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Hosting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63640" y="4069080"/>
            <a:ext cx="2011680" cy="9144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17920" y="4023360"/>
            <a:ext cx="2011680" cy="914400"/>
          </a:xfrm>
          <a:prstGeom prst="rect">
            <a:avLst/>
          </a:prstGeom>
          <a:solidFill>
            <a:srgbClr val="F1F5F9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0800" y="466344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4663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Cloudinary / S3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0" y="516636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5166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(Image Assets)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737360" y="347472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7223760" y="347472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Perfect Architecture Diagram</dc:title>
  <dc:subject>PptxGenJS Presentation</dc:subject>
  <dc:creator>Yogam Organic Farms Team</dc:creator>
  <cp:lastModifiedBy>Yogam Organic Farms Team</cp:lastModifiedBy>
  <cp:revision>1</cp:revision>
  <dcterms:created xsi:type="dcterms:W3CDTF">2026-02-20T11:01:11Z</dcterms:created>
  <dcterms:modified xsi:type="dcterms:W3CDTF">2026-02-20T11:01:11Z</dcterms:modified>
</cp:coreProperties>
</file>