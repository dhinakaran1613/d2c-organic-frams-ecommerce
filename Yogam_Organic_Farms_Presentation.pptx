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Yogam Organic Farms - Final Viva Voce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32"/>
                </a:solidFill>
              </a:rPr>
              <a:t>YOGAM ORGANIC FARMS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</a:rPr>
              <a:t>A Direct-to-Consumer Organic E-Commerce Platform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555555"/>
                </a:solidFill>
              </a:rPr>
              <a:t>with Apriori-Based 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77777"/>
                </a:solidFill>
              </a:rPr>
              <a:t>Final Viva Voce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What is Yogam Organic Farms?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333333"/>
                </a:solidFill>
              </a:rPr>
              <a:t>An e-commerce marketplace dedicated strictly to verified organic produce.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Connecting farmers directly to health-conscious consumers.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Promotes sustainable agriculture and healthy living.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Aimed at eliminating middlemen in the agricultural supply chain.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Traditional supply chains heavily involve middlemen, reducing farmer profits.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Consumers pay inflated prices for organic produce.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Lack of verification leads to counterfeit 'organic' products.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Farmers struggle to find premium direct-to-consumer markets.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Users lack intelligent recommendations tailored to organic shopping.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Proposed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Direct-to-Consumer (D2C) marketplace specifically for organic goods.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Stringent farmer KYC (Know Your Customer) and certificate verification.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Intelligent product recommendations using the Apriori algorithm.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Multilingual interface (English and Tamil) to support regional farmers.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Integrated chat and review systems to build community trust.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Project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build a scalable, responsive, and robust web application.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establish a transparent platform ensuring organic authenticity.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improve cross-selling via Apriori association rules.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enhance accessibility for farmers through regional language support.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To provide a seamless, modern User Experience (UX).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Target Audience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Organic Farmers: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333333"/>
                </a:solidFill>
              </a:rPr>
              <a:t>Seeking a platform to sell directly at fair prices.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333333"/>
                </a:solidFill>
              </a:rPr>
              <a:t>Looking for easy-to-use digital tools to manage inventory.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Health-Conscious Consumers: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333333"/>
                </a:solidFill>
              </a:rPr>
              <a:t>Willing to pay a premium for verified organic food.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333333"/>
                </a:solidFill>
              </a:rPr>
              <a:t>Desiring transparent sourcing and direct communication.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Key Features Overview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Verified Organic Marketplace with advanced filtering.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Dedicated Farmer Dashboard for inventory &amp; sales management.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Apriori-powered 'Frequently Bought Together' recommendations.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Multilingual interface toggle (English / Tamil).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Real-time Chat Support &amp; Verified Purchase Reviews.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Technology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Frontend: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333333"/>
                </a:solidFill>
              </a:rPr>
              <a:t>React.js, Next.js (App Router), Tailwind CSS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Backend: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333333"/>
                </a:solidFill>
              </a:rPr>
              <a:t>Node.js, Next.js Serverless API Routes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Database &amp; ORM: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333333"/>
                </a:solidFill>
              </a:rPr>
              <a:t>Prisma ORM, SQLite / PostgreSQL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Machine Learning: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333333"/>
                </a:solidFill>
              </a:rPr>
              <a:t>Custom Apriori algorithm implementation in TypeScript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Client Layer: Responsive UI built with React &amp; Tailwind.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Routing Layer: Next.js handling SSR and client-side routing.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API Layer: Next.js API routes handling business logic.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Data Layer: Prisma ORM interfacing with the relational database.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Security Layer: Role-based access control (Admin, Farmer, User).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Farmer KYC &amp; Verification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Crucial for maintaining the integrity of the 'organic' label.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Farmers must submit government ID and organic certificates.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Admin reviews and approves farmer applications before they can sell.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Prevents unverified sellers from entering the marketplace.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Builds high consumer trust in the platform.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The Apriori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 classic algorithm for Association Rule Learning.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Analyzes past transaction data (market basket analysis).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Identifies sets of products that frequently appear together.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Used to generate rules like: 'If User buys A, they will likely buy B'.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Runs efficiently on the backend to update recommendations.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Apriori Metrics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Support: Frequency of itemsets in all transactions.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Confidence: Likelihood of buying B when A is bought.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Lift: The ratio of observed support to expected support.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00" dirty="0">
                <a:solidFill>
                  <a:srgbClr val="333333"/>
                </a:solidFill>
              </a:rPr>
              <a:t>Lift &gt; 1 implies a positive association.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Yogam platform filters rules based on high Confidence and Lift.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Multilingual Support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Developed to bridge the digital divide for rural farmers.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Supports English and Tamil (local regional language).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Context-based translation dictionaries implemented.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Seamless toggle available in navigation and farmer dashboard.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Increases adoption rate among non-English speaking demographics.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Real-time Chat &amp; Support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Floating chat widget accessible across the customer site.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Allows users to ask questions directly regarding products.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Admin inbox interface to manage and respond to multiple chats.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Reduces friction in the buying process.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Enhances user engagement and customer service.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Ratings &amp; Reviews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Integrated 5-star rating system on product pages.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Users can leave detailed text reviews.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'Verified Purchase' badges for authentic reviews.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Provides social proof and assists new buyers in decision making.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Farmers receive direct feedback on their produce quality.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The Shopping Experience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Dynamic filtering by category, price, and farm.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High-quality product imagery and detailed descriptions.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Responsive cart management 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Optimized checkout flow for higher conversion rates.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Cross-selling features strategically placed during browsing.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The Farmer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Centralized hub for farmers to manage their online business.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CRUD operations for product listings (Create, Read, Update, Delete).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Order management: Track pending, shipped, and delivered orders.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Sales analytics: Visualizing revenue and popular products.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Designed to be intuitive and accessible on mobile devices.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Results &amp; Achievements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Successfully developed a fully functional D2C marketplace.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Apriori engine successfully identifies logical product groupings.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UI is highly responsive, achieving fast load times via Next.js.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Multilingual interface operates smoothly without page reloads.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Secure, scalable architecture ready for production deployment.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Integration of live payment gateways (Stripe, Razorpay).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AI-based automated image verification for organic certificates.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Development of a dedicated cross-platform mobile application.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Real-time GPS tracking integration for delivery logistics.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Expanding language support to additional regional languages.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008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7D32"/>
                </a:solidFill>
              </a:rPr>
              <a:t>CONCLUSION &amp; 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828925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55555"/>
                </a:solidFill>
              </a:rPr>
              <a:t>Yogam Organic Farms empowers farmers and nourishes consumers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555555"/>
                </a:solidFill>
              </a:rPr>
              <a:t>through technology and transparency.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857625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Yogam Organic Farms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Yogam Organic Farms Project Presentation</dc:title>
  <dc:subject>Final Viva Voce Presentation</dc:subject>
  <dc:creator>Yogam Organic Farms</dc:creator>
  <cp:lastModifiedBy>Yogam Organic Farms</cp:lastModifiedBy>
  <cp:revision>1</cp:revision>
  <dcterms:created xsi:type="dcterms:W3CDTF">2026-06-22T11:19:20Z</dcterms:created>
  <dcterms:modified xsi:type="dcterms:W3CDTF">2026-06-22T11:19:20Z</dcterms:modified>
</cp:coreProperties>
</file>